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818CF8"/>
                </a:solidFill>
              </a:rPr>
              <a:t>🧭 NaviWeb3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4A3B8"/>
                </a:solidFill>
              </a:rPr>
              <a:t>讀取你的錢包持倉，即時查詢最佳兌換路由，AI 生成具體 DeFi 操作步驟並一鍵執行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4D399"/>
                </a:solidFill>
              </a:rPr>
              <a:t>Z.AI 賽道 | Web3 × Long-Horizon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吳語復 · yufu.wu@gyro.com.tw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18CF8"/>
                </a:solidFill>
              </a:rP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00" cy="201168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18CF8"/>
                </a:solidFill>
              </a:rPr>
              <a:t>😤 多平台比價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每次操作都要手動切換 Curve / Uniswap / 1inch 比較匯率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188720"/>
            <a:ext cx="5486400" cy="201168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18CF8"/>
                </a:solidFill>
              </a:rPr>
              <a:t>💸 Gas 費難估算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不知道每個操作的實際費用，容易超支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5486400" cy="201168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18CF8"/>
                </a:solidFill>
              </a:rPr>
              <a:t>📄 文件分散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各協議操作步驟散落在不同網站，新手難上手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474720"/>
            <a:ext cx="5486400" cy="201168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657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18CF8"/>
                </a:solidFill>
              </a:rPr>
              <a:t>⏰ 操作摩擦高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206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從「有 USDC」到「換成 ETH」需要 5+ 個手動步驟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18CF8"/>
                </a:solidFill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4D399"/>
                </a:solidFill>
              </a:rPr>
              <a:t>NaviWeb3 把 6 個步驟壓縮成 1 個動作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0"/>
            <a:ext cx="1737360" cy="256032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920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E2E8F0"/>
                </a:solidFill>
              </a:rPr>
              <a:t>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18CF8"/>
                </a:solidFill>
              </a:rPr>
              <a:t>讀錢包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MetaMask/Rabby
ETH/weETH/USDC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828800"/>
            <a:ext cx="1737360" cy="256032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920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E2E8F0"/>
                </a:solidFill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18CF8"/>
                </a:solidFill>
              </a:rPr>
              <a:t>快捷按鈕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根據最高資產
自動推薦操作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828800"/>
            <a:ext cx="1737360" cy="256032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920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E2E8F0"/>
                </a:solidFill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18CF8"/>
                </a:solidFill>
              </a:rPr>
              <a:t>即時報價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Paraswap API
最佳路由+Gas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828800"/>
            <a:ext cx="1737360" cy="256032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920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E2E8F0"/>
                </a:solidFill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18CF8"/>
                </a:solidFill>
              </a:rPr>
              <a:t>AI 建議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Z.AI GLM-4-Flash
具體步驟說明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1828800"/>
            <a:ext cx="1737360" cy="256032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920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E2E8F0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18CF8"/>
                </a:solidFill>
              </a:rPr>
              <a:t>鏈上執行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Cobo Agentic
Wallet 一鍵送出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1828800"/>
            <a:ext cx="1737360" cy="256032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1920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E2E8F0"/>
                </a:solidFill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18CF8"/>
                </a:solidFill>
              </a:rPr>
              <a:t>審計日誌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全程可追蹤
tx hash 可查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18CF8"/>
                </a:solidFill>
              </a:rPr>
              <a:t>Tech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88720"/>
            <a:ext cx="3657600" cy="228600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</a:rPr>
              <a:t>Chrome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Manifest V3
window.ethereum
chrome.storage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188720"/>
            <a:ext cx="3657600" cy="228600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3258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</a:rPr>
              <a:t>Paraswap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即時兌換報價
最佳路由比較
無需 API Key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188720"/>
            <a:ext cx="3657600" cy="228600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258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</a:rPr>
              <a:t>Z.AI 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embedding-3
語意向量化
cosine similarity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39"/>
            <a:ext cx="3657600" cy="228600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</a:rPr>
              <a:t>Z.AI Rerank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Top-5 → Top-2
精選最相關
段落重排序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749039"/>
            <a:ext cx="3657600" cy="228600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8862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</a:rPr>
              <a:t>Z.AI GLM-4-Flash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5720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繁體中文生成
操作步驟說明
Gas 費用數字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749039"/>
            <a:ext cx="3657600" cy="228600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8862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</a:rPr>
              <a:t>Cobo Agentic
Wallet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5720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pact 自動審批
Sepolia 鏈上執行
審計日誌可查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18CF8"/>
                </a:solidFill>
              </a:rPr>
              <a:t>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743200" cy="530352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4D399"/>
                </a:solidFill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18CF8"/>
                </a:solidFill>
              </a:rPr>
              <a:t>連接錢包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3172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點「連接錢包」→ MetaMask 授權
顯示 ETH / weETH / USDC 餘額
自動標記最多資產 ★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97280"/>
            <a:ext cx="2743200" cy="530352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4D399"/>
                </a:solidFill>
              </a:rP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91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18CF8"/>
                </a:solidFill>
              </a:rPr>
              <a:t>快捷按鈕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3172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根據最多資產自動調整按鈕
如 SETH 最多 → 顯示 ETH→weETH
一鍵帶入實際持倉問題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2743200" cy="530352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4D399"/>
                </a:solidFill>
              </a:rP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91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18CF8"/>
                </a:solidFill>
              </a:rPr>
              <a:t>AI 建議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3172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Paraswap 即時報價注入
Z.AI RAG 流程生成步驟
包含真實 Gas 費數字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097280"/>
            <a:ext cx="2743200" cy="530352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4D399"/>
                </a:solidFill>
              </a:rP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691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18CF8"/>
                </a:solidFill>
              </a:rPr>
              <a:t>鏈上執行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33172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填入地址（自動帶入）
點 ⚡ Cobo Wallet 執行
tx_id 即時回傳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18CF8"/>
                </a:solidFill>
              </a:rPr>
              <a:t>On-chain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18CF8"/>
                </a:solidFill>
              </a:rPr>
              <a:t>Cobo Wallet 地址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37160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0x1f066352df53d05737872598575cb6e828a77eec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18CF8"/>
                </a:solidFill>
              </a:rPr>
              <a:t>Wallet UUID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0312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2f654afd-3a9e-4029-9212-e79350f8b1e5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18CF8"/>
                </a:solidFill>
              </a:rPr>
              <a:t>測試網路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83464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Sepolia Testnet (Chain ID: 11155111)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18CF8"/>
                </a:solidFill>
              </a:rPr>
              <a:t>已確認鏈上交易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0xa83ab328e0fefb18468d3627841c1008fa2d571b53530e5664f26837f3a28b93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18CF8"/>
                </a:solidFill>
              </a:rPr>
              <a:t>Sepolia Etherscan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29768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sepolia.etherscan.io/tx/0xa83ab328...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18CF8"/>
                </a:solidFill>
              </a:rPr>
              <a:t>交易狀態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02920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✅ Success · 0.001 SETH 已轉帳確認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18CF8"/>
                </a:solidFill>
              </a:rPr>
              <a:t>Future Plan &amp;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6858000" cy="502920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</a:rPr>
              <a:t>後續計劃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🔀 串接 1inch：多聚合器並排比較，選最優解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⚡ 一鍵發起交易：生成 calldata 直接開 MetaMask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🔮 Rabby eth_call 模擬：送出前預覽結果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🌐 多鏈支援：Base、Arbitrum USDC 路由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🤖 Cobo 自動化策略：定期再平衡 + 審批流程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097280"/>
            <a:ext cx="4297680" cy="5029200"/>
          </a:xfrm>
          <a:prstGeom prst="rect">
            <a:avLst/>
          </a:prstGeom>
          <a:solidFill>
            <a:srgbClr val="1A1F35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2344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8288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2E8F0"/>
                </a:solidFill>
              </a:rPr>
              <a:t>吳語復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331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全端開發（Solo）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8346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18CF8"/>
                </a:solidFill>
              </a:rPr>
              <a:t>yufu.wu@gyro.com.tw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474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</a:rPr>
              <a:t>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8862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18CF8"/>
                </a:solidFill>
              </a:rPr>
              <a:t>github.com/wusrichard/NaviWeb3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